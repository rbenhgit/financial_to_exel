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828FB-7C97-F768-9D07-38F43C2B1E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E2335A-F068-FC65-4FCA-1662B8E56D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71173-D04C-575F-197B-2BAFD1826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25821-90CA-424F-8BE8-CA5082590B1D}" type="datetimeFigureOut">
              <a:rPr lang="LID4096" smtClean="0"/>
              <a:t>10/17/2025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5DFA5-C614-9134-FB7C-DFA2E84B8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ED1F9-7D62-C89D-0E7F-E417BF69F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2A391-801B-41CF-9237-228F8463935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11608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E4376-AB3C-C056-1534-48002F4A6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369A9-3303-9AC5-D41B-94E7CD3CD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A84CC-38EA-D02F-551A-219AF95C2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25821-90CA-424F-8BE8-CA5082590B1D}" type="datetimeFigureOut">
              <a:rPr lang="LID4096" smtClean="0"/>
              <a:t>10/17/2025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E84A7-BC3A-247E-7A44-330F10EFC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464C6-107C-5623-0A08-29DA36D79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2A391-801B-41CF-9237-228F8463935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94020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08E55-C5F3-BB51-5971-6ACB426FA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ED859-C767-CF69-C6F1-B6910CA38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27432-953E-2339-573E-691A48DA5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25821-90CA-424F-8BE8-CA5082590B1D}" type="datetimeFigureOut">
              <a:rPr lang="LID4096" smtClean="0"/>
              <a:t>10/17/2025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ACFAF-5AC8-1FE8-CB6B-38806A99D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505A9-5780-4681-1DD2-59BF733B2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2A391-801B-41CF-9237-228F8463935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55456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B20F0-985B-7EB8-E77C-37D312078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137C3-F50A-2C99-7E4A-B56D9832E6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74CBB0-35D1-CEE6-58CD-37B558EE2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5164BE-A1F7-ADE4-172B-73A5F4DF3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25821-90CA-424F-8BE8-CA5082590B1D}" type="datetimeFigureOut">
              <a:rPr lang="LID4096" smtClean="0"/>
              <a:t>10/17/2025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9D7C0-C784-F054-41ED-263553584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E29C1F-19CC-ED1D-D77D-04FF1065B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2A391-801B-41CF-9237-228F8463935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65124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BFC55-5846-8C55-1D92-71C624A67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56A9BA-22DF-A6DA-B7EF-180CF1481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F417C9-2177-2AAC-DE0A-35DD1EE7EE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70F98E-DE0B-1D76-869B-AD94DC00AE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83F1B5-16C9-F605-5BF5-3006F9CCAB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52257C-EB14-EE87-B33D-D46EB0E4E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25821-90CA-424F-8BE8-CA5082590B1D}" type="datetimeFigureOut">
              <a:rPr lang="LID4096" smtClean="0"/>
              <a:t>10/17/2025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A986B4-7FB9-6804-991B-FF9BE2A5C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3F2C2E-82AB-6D18-1ABE-25060F61A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2A391-801B-41CF-9237-228F8463935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35606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E8CD2-F19C-D7FD-C566-74A2DB293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CBA2FF-6195-6373-DEA7-9F15CCE3E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25821-90CA-424F-8BE8-CA5082590B1D}" type="datetimeFigureOut">
              <a:rPr lang="LID4096" smtClean="0"/>
              <a:t>10/17/2025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004553-E485-132E-9B47-CAD4A9A3D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3AAD8C-857D-F52D-82D2-54DD441A2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2A391-801B-41CF-9237-228F8463935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51400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51709B-D76C-8E9B-4E7B-ABA29AF9A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25821-90CA-424F-8BE8-CA5082590B1D}" type="datetimeFigureOut">
              <a:rPr lang="LID4096" smtClean="0"/>
              <a:t>10/17/2025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805430-502A-6900-9548-78B24A4DD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29B72-C527-24BF-A762-3AE4BEC5D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2A391-801B-41CF-9237-228F8463935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65466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FAE98-FCD4-9FC3-7EC3-28B9DFB5A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1CF68-561D-533E-5859-70516003C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B2356C-E7B5-EAB3-E87F-DBE387645E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C9A244-E5FF-7909-BBFF-D0FFBFB45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25821-90CA-424F-8BE8-CA5082590B1D}" type="datetimeFigureOut">
              <a:rPr lang="LID4096" smtClean="0"/>
              <a:t>10/17/2025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E2860E-D4E9-4E5A-D6E4-E21FC28C8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415F2-AF26-D2A5-3205-436DAE44E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2A391-801B-41CF-9237-228F8463935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02665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7DD3D-0260-3688-06ED-C2AB5EFFB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3249DD-17C4-72AE-3407-0F04BA1C98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164025-F056-1121-65D5-45D757732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D7DF81-8A17-277E-33B7-8E08DC460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25821-90CA-424F-8BE8-CA5082590B1D}" type="datetimeFigureOut">
              <a:rPr lang="LID4096" smtClean="0"/>
              <a:t>10/17/2025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6B15C-9FD5-A7F6-4EFE-5C179523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79CBCF-9C3C-2558-77BA-0E691DF37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2A391-801B-41CF-9237-228F8463935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23379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23625-3B93-2BD5-3B0D-C2536782F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9B7445-CD72-D28C-ADDA-3119F2B578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C12C6-18A3-7416-B612-A2FB5B4D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25821-90CA-424F-8BE8-CA5082590B1D}" type="datetimeFigureOut">
              <a:rPr lang="LID4096" smtClean="0"/>
              <a:t>10/17/2025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C1FC1-C862-AD00-4054-CBA4CCB76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76B4B-D389-5B18-71FA-EE289CF78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2A391-801B-41CF-9237-228F8463935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49723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5EAC2C-2941-211D-0DFF-6C2AE498E3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B01F98-BC7D-0C80-BB23-2046F6AC18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2B848-D8B0-DEEA-558E-73C6B6BA5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25821-90CA-424F-8BE8-CA5082590B1D}" type="datetimeFigureOut">
              <a:rPr lang="LID4096" smtClean="0"/>
              <a:t>10/17/2025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462C3-39DD-0C16-6E00-FDCF4BEC9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D65B6-5E29-61DD-C03E-50BB9AD8A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2A391-801B-41CF-9237-228F8463935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74449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E8F3CF-1FA6-351D-BC64-B12C98B56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DFC75C-6EF5-CF0C-1A4D-C6AECF1BF6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7466D-3DC2-2853-3D52-5FD3D45F86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425821-90CA-424F-8BE8-CA5082590B1D}" type="datetimeFigureOut">
              <a:rPr lang="LID4096" smtClean="0"/>
              <a:t>10/17/2025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540DD-79FA-13AA-DC5B-C30A592A0F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D45F7-41E9-8F2C-BA61-11BAFF3A74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D2A391-801B-41CF-9237-228F8463935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99532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CF591709-45D8-13CC-A4AE-3DA98D6DC6B6}"/>
              </a:ext>
            </a:extLst>
          </p:cNvPr>
          <p:cNvSpPr/>
          <p:nvPr/>
        </p:nvSpPr>
        <p:spPr>
          <a:xfrm>
            <a:off x="64008" y="1024128"/>
            <a:ext cx="3167804" cy="29169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25EC906-FCF2-D911-8B0C-123ED599FEA9}"/>
              </a:ext>
            </a:extLst>
          </p:cNvPr>
          <p:cNvSpPr/>
          <p:nvPr/>
        </p:nvSpPr>
        <p:spPr>
          <a:xfrm>
            <a:off x="3231812" y="1024128"/>
            <a:ext cx="2560957" cy="29169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F4A0FB5-CA56-6DF2-B1E3-7D8F2C6555C9}"/>
              </a:ext>
            </a:extLst>
          </p:cNvPr>
          <p:cNvSpPr/>
          <p:nvPr/>
        </p:nvSpPr>
        <p:spPr>
          <a:xfrm>
            <a:off x="5792769" y="1024128"/>
            <a:ext cx="2847831" cy="29169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35FB20F-88D6-1BBF-A796-4C17BF160F94}"/>
              </a:ext>
            </a:extLst>
          </p:cNvPr>
          <p:cNvSpPr/>
          <p:nvPr/>
        </p:nvSpPr>
        <p:spPr>
          <a:xfrm>
            <a:off x="8640600" y="1024128"/>
            <a:ext cx="2131032" cy="29169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3168B9-8782-8FA5-C404-02BA62D1C7D0}"/>
              </a:ext>
            </a:extLst>
          </p:cNvPr>
          <p:cNvSpPr txBox="1"/>
          <p:nvPr/>
        </p:nvSpPr>
        <p:spPr>
          <a:xfrm>
            <a:off x="192024" y="2386584"/>
            <a:ext cx="819776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Raw Data</a:t>
            </a:r>
            <a:endParaRPr lang="LID4096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D21E8D-0209-8759-3CE2-0B0E50A65704}"/>
              </a:ext>
            </a:extLst>
          </p:cNvPr>
          <p:cNvSpPr txBox="1"/>
          <p:nvPr/>
        </p:nvSpPr>
        <p:spPr>
          <a:xfrm>
            <a:off x="1216152" y="2386584"/>
            <a:ext cx="1898340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Adapter (Import Function)</a:t>
            </a:r>
            <a:endParaRPr lang="LID4096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93C1B7-24A4-E39A-0980-3DFFC2170123}"/>
              </a:ext>
            </a:extLst>
          </p:cNvPr>
          <p:cNvSpPr txBox="1"/>
          <p:nvPr/>
        </p:nvSpPr>
        <p:spPr>
          <a:xfrm>
            <a:off x="3340540" y="2386584"/>
            <a:ext cx="2345899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Generalized Variables Dictionary</a:t>
            </a:r>
            <a:endParaRPr lang="LID4096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200EEA-2A06-09D0-90E4-53DC18C49304}"/>
              </a:ext>
            </a:extLst>
          </p:cNvPr>
          <p:cNvSpPr txBox="1"/>
          <p:nvPr/>
        </p:nvSpPr>
        <p:spPr>
          <a:xfrm>
            <a:off x="3404548" y="2900434"/>
            <a:ext cx="2217979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Generate Composite Variables</a:t>
            </a:r>
            <a:endParaRPr lang="LID4096" sz="12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A7B6564-467D-649E-E05B-189B0B33B767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1011800" y="2525084"/>
            <a:ext cx="2043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820DA99-E881-FABC-BC3E-CC67B5FCE31D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14492" y="2525084"/>
            <a:ext cx="2260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1893D36-B67D-07D1-9A31-DB293EDBF1D0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4513490" y="2663583"/>
            <a:ext cx="48" cy="23685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A327F42-A798-3268-A73E-81C89E8CE322}"/>
              </a:ext>
            </a:extLst>
          </p:cNvPr>
          <p:cNvSpPr txBox="1"/>
          <p:nvPr/>
        </p:nvSpPr>
        <p:spPr>
          <a:xfrm>
            <a:off x="6014773" y="2065651"/>
            <a:ext cx="738407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Analysis</a:t>
            </a:r>
            <a:endParaRPr lang="LID4096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797DB0-8202-DAF3-A4EA-CAAFF13AFE46}"/>
              </a:ext>
            </a:extLst>
          </p:cNvPr>
          <p:cNvSpPr txBox="1"/>
          <p:nvPr/>
        </p:nvSpPr>
        <p:spPr>
          <a:xfrm>
            <a:off x="6014773" y="2706624"/>
            <a:ext cx="2560957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Graphs and Tables Display Function</a:t>
            </a:r>
            <a:endParaRPr lang="LID4096" sz="1200" dirty="0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5D4D7295-7CF7-03FB-1373-DBEC72026185}"/>
              </a:ext>
            </a:extLst>
          </p:cNvPr>
          <p:cNvCxnSpPr>
            <a:stCxn id="6" idx="3"/>
            <a:endCxn id="14" idx="1"/>
          </p:cNvCxnSpPr>
          <p:nvPr/>
        </p:nvCxnSpPr>
        <p:spPr>
          <a:xfrm flipV="1">
            <a:off x="5686439" y="2204151"/>
            <a:ext cx="328334" cy="32093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42E8B002-24A0-22EB-C9E4-675B1CC846CE}"/>
              </a:ext>
            </a:extLst>
          </p:cNvPr>
          <p:cNvCxnSpPr>
            <a:stCxn id="6" idx="3"/>
            <a:endCxn id="15" idx="1"/>
          </p:cNvCxnSpPr>
          <p:nvPr/>
        </p:nvCxnSpPr>
        <p:spPr>
          <a:xfrm>
            <a:off x="5686439" y="2525084"/>
            <a:ext cx="328334" cy="32004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E056FF49-E8C0-0D25-A0DB-0877D3438B1B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 rot="16200000" flipH="1">
            <a:off x="6657627" y="2068999"/>
            <a:ext cx="363974" cy="911275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94916EB-FE1F-2A6B-F19F-07CA9F29674B}"/>
              </a:ext>
            </a:extLst>
          </p:cNvPr>
          <p:cNvSpPr txBox="1"/>
          <p:nvPr/>
        </p:nvSpPr>
        <p:spPr>
          <a:xfrm>
            <a:off x="8739354" y="2706623"/>
            <a:ext cx="1884940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Create report and Exports</a:t>
            </a:r>
            <a:endParaRPr lang="LID4096" sz="12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5F13F01-BB81-3734-064C-E77F3200065C}"/>
              </a:ext>
            </a:extLst>
          </p:cNvPr>
          <p:cNvCxnSpPr>
            <a:cxnSpLocks/>
          </p:cNvCxnSpPr>
          <p:nvPr/>
        </p:nvCxnSpPr>
        <p:spPr>
          <a:xfrm flipV="1">
            <a:off x="8575730" y="2835979"/>
            <a:ext cx="16362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8F0B9BB-469B-98D5-8A7B-934C270A3B44}"/>
              </a:ext>
            </a:extLst>
          </p:cNvPr>
          <p:cNvSpPr txBox="1"/>
          <p:nvPr/>
        </p:nvSpPr>
        <p:spPr>
          <a:xfrm>
            <a:off x="894194" y="1172218"/>
            <a:ext cx="1374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Import</a:t>
            </a:r>
            <a:endParaRPr lang="LID4096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CFB9B3-D869-4988-B6E3-5E1F944B3836}"/>
              </a:ext>
            </a:extLst>
          </p:cNvPr>
          <p:cNvSpPr txBox="1"/>
          <p:nvPr/>
        </p:nvSpPr>
        <p:spPr>
          <a:xfrm>
            <a:off x="3486654" y="1172218"/>
            <a:ext cx="1545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Infrastructure</a:t>
            </a:r>
            <a:endParaRPr lang="LID4096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70C2974-7999-C5D5-1A6B-3F244EF832FB}"/>
              </a:ext>
            </a:extLst>
          </p:cNvPr>
          <p:cNvSpPr txBox="1"/>
          <p:nvPr/>
        </p:nvSpPr>
        <p:spPr>
          <a:xfrm>
            <a:off x="5985053" y="1172218"/>
            <a:ext cx="1536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Analysis</a:t>
            </a:r>
            <a:endParaRPr lang="LID4096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9348A15-72C0-4DA8-7A62-0E6DB2EE177E}"/>
              </a:ext>
            </a:extLst>
          </p:cNvPr>
          <p:cNvSpPr txBox="1"/>
          <p:nvPr/>
        </p:nvSpPr>
        <p:spPr>
          <a:xfrm>
            <a:off x="8942832" y="1172218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Export</a:t>
            </a:r>
            <a:endParaRPr lang="LID4096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0722FF-1944-67BF-6DFA-607DD0978EAA}"/>
              </a:ext>
            </a:extLst>
          </p:cNvPr>
          <p:cNvSpPr txBox="1"/>
          <p:nvPr/>
        </p:nvSpPr>
        <p:spPr>
          <a:xfrm>
            <a:off x="41868" y="4218063"/>
            <a:ext cx="11617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Make sure all types of adapters (</a:t>
            </a:r>
            <a:r>
              <a:rPr lang="en-US" dirty="0" err="1"/>
              <a:t>api’s</a:t>
            </a:r>
            <a:r>
              <a:rPr lang="en-US" dirty="0"/>
              <a:t> and excel) conform and adapt to the same global (general) dictionary variables.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629660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54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יובל בן חור</dc:creator>
  <cp:lastModifiedBy>יובל בן חור</cp:lastModifiedBy>
  <cp:revision>2</cp:revision>
  <dcterms:created xsi:type="dcterms:W3CDTF">2025-10-17T05:05:35Z</dcterms:created>
  <dcterms:modified xsi:type="dcterms:W3CDTF">2025-10-17T09:47:57Z</dcterms:modified>
</cp:coreProperties>
</file>